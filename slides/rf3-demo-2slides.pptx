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13D"/>
                </a:solidFill>
                <a:latin typeface="Microsoft YaHei"/>
              </a:rPr>
              <a:t>RosettaFold3 蛋白质实验室 Demo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505050"/>
                </a:solidFill>
                <a:latin typeface="Microsoft YaHei"/>
              </a:rPr>
              <a:t>Azure Container Apps：UI（CPU） + 推理服务（Serverless A100 GPU）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面向结构生物学 / 蛋白工程 / 药物发现 / 教学演示的在线折叠体验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Web 端提交输入 JSON（支持多链）→ 异步作业（job_id）→ 轮询状态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运行中实时查看 logs tail；完成后下载 predicted.cif/pdb 并网页内渲染（内置 3Dmol.js）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架构：UI FastAPI（反向代理）→ Backend FastAPI（串行执行 rf3 fold / GPU）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在线体验：rf3-demo-ui.bluepebble-ef8ac46c.swedencentral.azurecontainerapps.io</a:t>
            </a:r>
          </a:p>
        </p:txBody>
      </p:sp>
      <p:pic>
        <p:nvPicPr>
          <p:cNvPr id="4" name="Picture 3" descr="rf3-la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828800"/>
            <a:ext cx="5212080" cy="5725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213D"/>
                </a:solidFill>
                <a:latin typeface="Microsoft YaHei"/>
              </a:rPr>
              <a:t>模型介绍：RosettaFold3（RF3）</a:t>
            </a:r>
          </a:p>
          <a:p>
            <a:pPr>
              <a:spcBef>
                <a:spcPts val="800"/>
              </a:spcBef>
            </a:pPr>
            <a:r>
              <a:rPr sz="1600" b="0">
                <a:solidFill>
                  <a:srgbClr val="505050"/>
                </a:solidFill>
                <a:latin typeface="Microsoft YaHei"/>
              </a:rPr>
              <a:t>全原子（all-atom）生物大分子结构预测网络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400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输入：氨基酸序列（可选多链/复合物信息）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输出：predicted.cif（mmCIF）/ predicted.pdb（PDB）结构坐标文件（不是图片）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关键建模：隐式手性表示 + 原子级几何条件（atom-level geometric conditioning）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优势任务：手性配体结构/构象预测；固定主链/固定构象条件下 docking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本 Demo 调用：rf3 fold CLI（Hydra 风格 key=value overrides）</a:t>
            </a:r>
          </a:p>
          <a:p>
            <a:pPr>
              <a:spcAft>
                <a:spcPts val="400"/>
              </a:spcAft>
              <a:defRPr sz="1600">
                <a:latin typeface="Microsoft YaHei"/>
              </a:defRPr>
            </a:pPr>
            <a:r>
              <a:t>部署要点：容器启动下载 latest checkpoint；RF3_CKPT_PATH=/models/rf3.ckpt（建议挂载共享卷做缓存）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79" y="1554480"/>
            <a:ext cx="429768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Microsoft YaHei"/>
              </a:rPr>
              <a:t>参考信息</a:t>
            </a:r>
          </a:p>
          <a:p>
            <a:pPr>
              <a:spcBef>
                <a:spcPts val="1000"/>
              </a:spcBef>
              <a:defRPr sz="1400">
                <a:latin typeface="Microsoft YaHei"/>
              </a:defRPr>
            </a:pPr>
            <a:r>
              <a:t>Preprint：10.1101/2025.08.14.670328</a:t>
            </a:r>
          </a:p>
          <a:p>
            <a:pPr>
              <a:defRPr sz="1400">
                <a:latin typeface="Microsoft YaHei"/>
              </a:defRPr>
            </a:pPr>
            <a:r>
              <a:t>Checkpoint：rf3_foundry_01_24_latest.ckpt</a:t>
            </a:r>
          </a:p>
          <a:p>
            <a:pPr>
              <a:spcBef>
                <a:spcPts val="800"/>
              </a:spcBef>
              <a:defRPr sz="1400">
                <a:solidFill>
                  <a:srgbClr val="787878"/>
                </a:solidFill>
                <a:latin typeface="Microsoft YaHei"/>
              </a:defRPr>
            </a:pPr>
            <a:r>
              <a:t>提示：研究/演示用途，结果需实验验证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